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82"/>
  </p:normalViewPr>
  <p:slideViewPr>
    <p:cSldViewPr snapToGrid="0">
      <p:cViewPr varScale="1">
        <p:scale>
          <a:sx n="105" d="100"/>
          <a:sy n="105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t Godara" userId="44d962cb-8b94-4622-9c1c-c7e2903e05cb" providerId="ADAL" clId="{4C863A64-E2DE-4D13-A2EB-2DB6506242C0}"/>
    <pc:docChg chg="modSld">
      <pc:chgData name="Amit Godara" userId="44d962cb-8b94-4622-9c1c-c7e2903e05cb" providerId="ADAL" clId="{4C863A64-E2DE-4D13-A2EB-2DB6506242C0}" dt="2026-04-17T12:52:48.940" v="39" actId="6549"/>
      <pc:docMkLst>
        <pc:docMk/>
      </pc:docMkLst>
      <pc:sldChg chg="modSp mod">
        <pc:chgData name="Amit Godara" userId="44d962cb-8b94-4622-9c1c-c7e2903e05cb" providerId="ADAL" clId="{4C863A64-E2DE-4D13-A2EB-2DB6506242C0}" dt="2026-04-17T12:52:48.940" v="39" actId="6549"/>
        <pc:sldMkLst>
          <pc:docMk/>
          <pc:sldMk cId="2610447289" sldId="256"/>
        </pc:sldMkLst>
        <pc:spChg chg="mod">
          <ac:chgData name="Amit Godara" userId="44d962cb-8b94-4622-9c1c-c7e2903e05cb" providerId="ADAL" clId="{4C863A64-E2DE-4D13-A2EB-2DB6506242C0}" dt="2026-04-14T15:00:34.082" v="37" actId="1076"/>
          <ac:spMkLst>
            <pc:docMk/>
            <pc:sldMk cId="2610447289" sldId="256"/>
            <ac:spMk id="5" creationId="{8E736061-A4AA-B48C-18BA-DA6B6FB44BF9}"/>
          </ac:spMkLst>
        </pc:spChg>
        <pc:graphicFrameChg chg="modGraphic">
          <ac:chgData name="Amit Godara" userId="44d962cb-8b94-4622-9c1c-c7e2903e05cb" providerId="ADAL" clId="{4C863A64-E2DE-4D13-A2EB-2DB6506242C0}" dt="2026-04-17T12:52:48.940" v="39" actId="6549"/>
          <ac:graphicFrameMkLst>
            <pc:docMk/>
            <pc:sldMk cId="2610447289" sldId="256"/>
            <ac:graphicFrameMk id="6" creationId="{CEE73D54-F153-79B3-B5A0-66E5948D1A2E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192-0F6B-F28B-0E2D-5A7B80EE7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E788B-C494-19CB-BD70-1DBA24EAE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3AC00-4CA1-B02F-3C8D-3485DAEC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DCAEC-B9F8-235C-3047-6301807F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47D2A-C058-C535-FA6C-C57C21E9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3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AA53-D6E4-0ED3-EF21-5018CBF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57CC-3F9F-1DDD-6868-0D3CD1BD9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67C88-F1C2-DF0E-AC7B-841333DAA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2DDC2-B6DF-F45A-E20B-2E66B554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7B453-98A8-9BEC-96DF-50992444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EB38-9ED0-A121-9EA6-A217D51B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D2D2F-D894-D290-0F0B-8EF3993C7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07615-4A6E-DF56-FFCE-04B92E6D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3C822-D004-7C33-A4A7-17252B23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5A7C7-9516-08ED-6D65-F86FAF35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8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7430-BC22-B8D6-92F7-32CC545A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B9973-F437-645F-CF09-AF18861DE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03769-5CA4-F794-FC11-7DAF5A3E3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1E15-5D8F-9A5A-AD24-BA4B829C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A74BF-167E-912C-F38F-362427BB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649A1-B2A4-CAFF-EF16-D2BEFA6B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4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129E-9B12-2377-C484-FA302F5DE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ED21D-ECE7-486A-9D4A-92AE76FE6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FC6E3-FA86-3983-3C81-AF10E5D3A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46BDB-8D9B-B3C5-897B-3EA50FDF8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057BF-A6B4-3DAB-E994-309043BC8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8D4455-279F-E7E3-2830-BB535D9B3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528F1-2482-A243-2A1F-7794E3B55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E5CE7-A474-57B4-2441-F6C4E1E6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5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E869-99D6-775D-3A2B-98C1FDFB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EB5CA-53A4-430B-A5C1-35E89A12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9BD09-830E-ADB3-78DE-BC797DF4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75F0D-A1F0-16FF-8F5A-D4BD5CA8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4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F66EE-4476-8B95-A78A-E2A8523B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4B373-EA7B-7C79-AF1B-BAE8CE58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4D0C3-36F7-4E8D-1BD5-CE83DF0B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DD5-D65E-127A-2E91-F650DFBE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B17D0-04EA-AEB0-4E49-BE2C75DC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ECFB8-6DEF-CA72-E38B-6626B920F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DE3B2-3291-1E28-104F-FEB3FB33F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2D694-B58A-637A-F6FF-91E2FABA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5035C-3FE3-2E86-F623-16E4DE71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6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D505-87A9-BE02-2FD0-77334154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E939C-249A-1B8B-F4A3-3F2F06747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10CC4-6DA1-1D4D-6DB8-1DE185E50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88EFD-FEF4-E716-4904-E0A3FB75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551B8-BB08-6CFE-0317-A4794BAB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4986A-A3DD-E288-701C-46786789C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E6AA-227C-F615-A097-358E8DFF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9766E-C0BE-147B-4A24-B708CCCFA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7F06A-5E0B-8199-8CD0-A6B868BF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B4C6-57F9-AE60-0D24-B8AA179F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A0969-4876-C298-3B98-B7072C31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2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8A5A2-3896-60AD-16E7-9F3431A60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E52DD-3BE4-3C3A-03FB-441452E2E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D428A-83A6-A9EB-7258-DBAC5976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819ED-EC71-A486-C3F6-2028DE51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4E631-898C-FCDA-D734-C136E541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7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1CAD0-E9E6-0D7F-037F-E6B9D7BF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0C543-522E-4132-EAA6-1C0DA7AE6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09330-E546-DC94-0A64-31F026044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E60CA-E60B-3C4A-A6C2-C45FCFAB706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CB633-AFD2-60B9-F9F7-7CDA6F015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0467D-ABAF-7203-D6B1-5C70D5E1C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B79719-0859-25DD-6784-9C9BEF554064}"/>
              </a:ext>
            </a:extLst>
          </p:cNvPr>
          <p:cNvSpPr txBox="1"/>
          <p:nvPr/>
        </p:nvSpPr>
        <p:spPr>
          <a:xfrm>
            <a:off x="7014519" y="271848"/>
            <a:ext cx="517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2026 Data Science Applied to Ag - Hackathon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36061-A4AA-B48C-18BA-DA6B6FB44BF9}"/>
              </a:ext>
            </a:extLst>
          </p:cNvPr>
          <p:cNvSpPr txBox="1"/>
          <p:nvPr/>
        </p:nvSpPr>
        <p:spPr>
          <a:xfrm>
            <a:off x="79293" y="620029"/>
            <a:ext cx="517748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Team 10</a:t>
            </a:r>
          </a:p>
          <a:p>
            <a:pPr algn="ctr"/>
            <a:r>
              <a:rPr lang="en-US" sz="3200" dirty="0"/>
              <a:t>Amit Godara</a:t>
            </a:r>
          </a:p>
          <a:p>
            <a:pPr algn="ctr"/>
            <a:r>
              <a:rPr lang="en-US" sz="3200" dirty="0"/>
              <a:t>Taiwo </a:t>
            </a:r>
            <a:r>
              <a:rPr lang="en-US" sz="3200" dirty="0" err="1"/>
              <a:t>Owolanke</a:t>
            </a:r>
            <a:endParaRPr lang="en-US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E73D54-F153-79B3-B5A0-66E5948D1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126324"/>
              </p:ext>
            </p:extLst>
          </p:nvPr>
        </p:nvGraphicFramePr>
        <p:xfrm>
          <a:off x="301326" y="3603812"/>
          <a:ext cx="473341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55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1225931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  <a:gridCol w="1670431">
                  <a:extLst>
                    <a:ext uri="{9D8B030D-6E8A-4147-A177-3AD203B41FA5}">
                      <a16:colId xmlns:a16="http://schemas.microsoft.com/office/drawing/2014/main" val="611807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Model type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RMSE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XGBoost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B7C0BA6-6354-D5DC-430B-E336741F8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846898"/>
              </p:ext>
            </p:extLst>
          </p:nvPr>
        </p:nvGraphicFramePr>
        <p:xfrm>
          <a:off x="5514417" y="1466415"/>
          <a:ext cx="611860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4412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2314194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Parameter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Value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Data engineering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Month, mean/sum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17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Number of predictors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941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Data split proportion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70/30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Random or stratified?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Stratified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If stratified, by which variable?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strenght_gtex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05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Pre-processing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Normalized, PCA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45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Name of hyperparameters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Mtry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ntrees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698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Search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Sim. annealing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06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V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306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Metric used to select best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966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Type of best (overall, within 1 </a:t>
                      </a:r>
                      <a:r>
                        <a:rPr lang="en-US" sz="2000" b="0" i="1" dirty="0" err="1"/>
                        <a:t>sd</a:t>
                      </a:r>
                      <a:r>
                        <a:rPr lang="en-US" sz="2000" b="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Overall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037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2F3C941-0639-3B48-EBF4-BD680387D77B}"/>
              </a:ext>
            </a:extLst>
          </p:cNvPr>
          <p:cNvSpPr txBox="1"/>
          <p:nvPr/>
        </p:nvSpPr>
        <p:spPr>
          <a:xfrm>
            <a:off x="332905" y="2958759"/>
            <a:ext cx="4732638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Model fit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5BC3C-B1E0-FC52-37D1-7C19A3D4BDD4}"/>
              </a:ext>
            </a:extLst>
          </p:cNvPr>
          <p:cNvSpPr txBox="1"/>
          <p:nvPr/>
        </p:nvSpPr>
        <p:spPr>
          <a:xfrm>
            <a:off x="5514417" y="815601"/>
            <a:ext cx="6118606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Best model parameters</a:t>
            </a:r>
          </a:p>
        </p:txBody>
      </p:sp>
    </p:spTree>
    <p:extLst>
      <p:ext uri="{BB962C8B-B14F-4D97-AF65-F5344CB8AC3E}">
        <p14:creationId xmlns:p14="http://schemas.microsoft.com/office/powerpoint/2010/main" val="2610447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98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Bastos</dc:creator>
  <cp:lastModifiedBy>Amit Godara</cp:lastModifiedBy>
  <cp:revision>2</cp:revision>
  <dcterms:created xsi:type="dcterms:W3CDTF">2026-03-31T02:58:08Z</dcterms:created>
  <dcterms:modified xsi:type="dcterms:W3CDTF">2026-04-17T12:52:49Z</dcterms:modified>
</cp:coreProperties>
</file>