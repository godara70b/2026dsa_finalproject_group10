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F65BD2-1B9C-4FB7-92D6-5920AE571694}" v="15" dt="2026-04-29T16:23:15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105" d="100"/>
          <a:sy n="105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Godara" userId="44d962cb-8b94-4622-9c1c-c7e2903e05cb" providerId="ADAL" clId="{4C863A64-E2DE-4D13-A2EB-2DB6506242C0}"/>
    <pc:docChg chg="undo custSel modSld">
      <pc:chgData name="Amit Godara" userId="44d962cb-8b94-4622-9c1c-c7e2903e05cb" providerId="ADAL" clId="{4C863A64-E2DE-4D13-A2EB-2DB6506242C0}" dt="2026-04-29T16:24:14.995" v="102" actId="20577"/>
      <pc:docMkLst>
        <pc:docMk/>
      </pc:docMkLst>
      <pc:sldChg chg="modSp mod">
        <pc:chgData name="Amit Godara" userId="44d962cb-8b94-4622-9c1c-c7e2903e05cb" providerId="ADAL" clId="{4C863A64-E2DE-4D13-A2EB-2DB6506242C0}" dt="2026-04-29T16:24:14.995" v="102" actId="20577"/>
        <pc:sldMkLst>
          <pc:docMk/>
          <pc:sldMk cId="2610447289" sldId="256"/>
        </pc:sldMkLst>
        <pc:spChg chg="mod">
          <ac:chgData name="Amit Godara" userId="44d962cb-8b94-4622-9c1c-c7e2903e05cb" providerId="ADAL" clId="{4C863A64-E2DE-4D13-A2EB-2DB6506242C0}" dt="2026-04-14T15:00:34.082" v="37" actId="1076"/>
          <ac:spMkLst>
            <pc:docMk/>
            <pc:sldMk cId="2610447289" sldId="256"/>
            <ac:spMk id="5" creationId="{8E736061-A4AA-B48C-18BA-DA6B6FB44BF9}"/>
          </ac:spMkLst>
        </pc:spChg>
        <pc:spChg chg="mod">
          <ac:chgData name="Amit Godara" userId="44d962cb-8b94-4622-9c1c-c7e2903e05cb" providerId="ADAL" clId="{4C863A64-E2DE-4D13-A2EB-2DB6506242C0}" dt="2026-04-29T16:16:24.068" v="66" actId="20577"/>
          <ac:spMkLst>
            <pc:docMk/>
            <pc:sldMk cId="2610447289" sldId="256"/>
            <ac:spMk id="10" creationId="{C8B5BC3C-B1E0-FC52-37D1-7C19A3D4BDD4}"/>
          </ac:spMkLst>
        </pc:spChg>
        <pc:graphicFrameChg chg="mod modGraphic">
          <ac:chgData name="Amit Godara" userId="44d962cb-8b94-4622-9c1c-c7e2903e05cb" providerId="ADAL" clId="{4C863A64-E2DE-4D13-A2EB-2DB6506242C0}" dt="2026-04-29T16:16:11.380" v="62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 modGraphic">
          <ac:chgData name="Amit Godara" userId="44d962cb-8b94-4622-9c1c-c7e2903e05cb" providerId="ADAL" clId="{4C863A64-E2DE-4D13-A2EB-2DB6506242C0}" dt="2026-04-29T16:24:14.995" v="102" actId="20577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79293" y="620029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10</a:t>
            </a:r>
          </a:p>
          <a:p>
            <a:pPr algn="ctr"/>
            <a:r>
              <a:rPr lang="en-US" sz="3200" dirty="0"/>
              <a:t>Amit Godara</a:t>
            </a:r>
          </a:p>
          <a:p>
            <a:pPr algn="ctr"/>
            <a:r>
              <a:rPr lang="en-US" sz="3200" dirty="0"/>
              <a:t>Taiwo </a:t>
            </a:r>
            <a:r>
              <a:rPr lang="en-US" sz="3200" dirty="0" err="1"/>
              <a:t>Owolanke</a:t>
            </a:r>
            <a:endParaRPr lang="en-US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764425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glmnet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2.364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634624"/>
              </p:ext>
            </p:extLst>
          </p:nvPr>
        </p:nvGraphicFramePr>
        <p:xfrm>
          <a:off x="5514417" y="1466415"/>
          <a:ext cx="6118606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growing season mean/sum weather + soil join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grouped 5 fold CV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Stratified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site_year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Median imputation, dummy encoding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tree_depth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learn_rate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loss_reduction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min_n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sample_size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mtry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Space-filling grid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i="1" dirty="0"/>
                        <a:t>Type of best (overall, within 1 </a:t>
                      </a:r>
                      <a:r>
                        <a:rPr lang="en-US" sz="2000" b="0" i="1" dirty="0" err="1"/>
                        <a:t>sd</a:t>
                      </a:r>
                      <a:r>
                        <a:rPr lang="en-US" sz="20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parameters: </a:t>
            </a:r>
            <a:r>
              <a:rPr lang="en-US" sz="2400" dirty="0" err="1"/>
              <a:t>XGBoost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131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Amit Godara</cp:lastModifiedBy>
  <cp:revision>2</cp:revision>
  <dcterms:created xsi:type="dcterms:W3CDTF">2026-03-31T02:58:08Z</dcterms:created>
  <dcterms:modified xsi:type="dcterms:W3CDTF">2026-04-29T16:24:16Z</dcterms:modified>
</cp:coreProperties>
</file>